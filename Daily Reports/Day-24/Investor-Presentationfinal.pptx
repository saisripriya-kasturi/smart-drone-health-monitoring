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65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0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9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6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96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89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3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3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1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2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Investor Presentation – SmartAgri AI Drone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: Kasturi Sai Sripriya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Manual crop inspection is time-consuming.</a:t>
            </a:r>
          </a:p>
          <a:p>
            <a:pPr>
              <a:defRPr sz="2200"/>
            </a:pPr>
            <a:r>
              <a:t>Blanket spraying can waste chemicals.</a:t>
            </a:r>
          </a:p>
          <a:p>
            <a:pPr>
              <a:defRPr sz="2200"/>
            </a:pPr>
            <a:r>
              <a:t>Late disease detection can reduce productivity.</a:t>
            </a:r>
          </a:p>
          <a:p>
            <a:pPr>
              <a:defRPr sz="2200"/>
            </a:pPr>
            <a:r>
              <a:t>Farmers need faster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crop monitoring.</a:t>
            </a:r>
          </a:p>
          <a:p>
            <a:pPr>
              <a:defRPr sz="2200"/>
            </a:pPr>
            <a:r>
              <a:t>Disease and health detection.</a:t>
            </a:r>
          </a:p>
          <a:p>
            <a:pPr>
              <a:defRPr sz="2200"/>
            </a:pPr>
            <a:r>
              <a:t>GPS field coverage.</a:t>
            </a:r>
          </a:p>
          <a:p>
            <a:pPr>
              <a:defRPr sz="2200"/>
            </a:pPr>
            <a:r>
              <a:t>Precision spraying and IoT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image analysis.</a:t>
            </a:r>
          </a:p>
          <a:p>
            <a:pPr>
              <a:defRPr sz="2200"/>
            </a:pPr>
            <a:r>
              <a:t>GPS navigation.</a:t>
            </a:r>
          </a:p>
          <a:p>
            <a:pPr>
              <a:defRPr sz="2200"/>
            </a:pPr>
            <a:r>
              <a:t>ESP32/IoT connectivity.</a:t>
            </a:r>
          </a:p>
          <a:p>
            <a:pPr>
              <a:defRPr sz="2200"/>
            </a:pPr>
            <a:r>
              <a:t>Sensors and cloud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Growing precision agriculture adoption.</a:t>
            </a:r>
          </a:p>
          <a:p>
            <a:pPr>
              <a:defRPr sz="2200"/>
            </a:pPr>
            <a:r>
              <a:t>Expansion of commercial drone applications.</a:t>
            </a:r>
          </a:p>
          <a:p>
            <a:pPr>
              <a:defRPr sz="2200"/>
            </a:pPr>
            <a:r>
              <a:t>Increasing interest in AI-based farming.</a:t>
            </a:r>
          </a:p>
          <a:p>
            <a:pPr>
              <a:defRPr sz="2200"/>
            </a:pPr>
            <a:r>
              <a:t>Direct sales and service opportunities.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Farmers and large farms.</a:t>
            </a:r>
          </a:p>
          <a:p>
            <a:pPr>
              <a:defRPr sz="2200"/>
            </a:pPr>
            <a:r>
              <a:t>Agricultural cooperatives.</a:t>
            </a:r>
          </a:p>
          <a:p>
            <a:pPr>
              <a:defRPr sz="2200"/>
            </a:pPr>
            <a:r>
              <a:t>Government programs.</a:t>
            </a:r>
          </a:p>
          <a:p>
            <a:pPr>
              <a:defRPr sz="2200"/>
            </a:pPr>
            <a:r>
              <a:t>Precision agriculture providers.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Drone sales.</a:t>
            </a:r>
          </a:p>
          <a:p>
            <a:pPr>
              <a:defRPr sz="2200"/>
            </a:pPr>
            <a:r>
              <a:t>Drone-as-a-Service.</a:t>
            </a:r>
          </a:p>
          <a:p>
            <a:pPr>
              <a:defRPr sz="2200"/>
            </a:pPr>
            <a:r>
              <a:t>AI analytics subscriptions.</a:t>
            </a:r>
          </a:p>
          <a:p>
            <a:pPr>
              <a:defRPr sz="2200"/>
            </a:pPr>
            <a:r>
              <a:t>Maintenance and technical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crop health analysis.</a:t>
            </a:r>
          </a:p>
          <a:p>
            <a:pPr>
              <a:defRPr sz="2200"/>
            </a:pPr>
            <a:r>
              <a:t>Precision spraying.</a:t>
            </a:r>
          </a:p>
          <a:p>
            <a:pPr>
              <a:defRPr sz="2200"/>
            </a:pPr>
            <a:r>
              <a:t>IoT and cloud connectivity.</a:t>
            </a:r>
          </a:p>
          <a:p>
            <a:pPr>
              <a:defRPr sz="2200"/>
            </a:pPr>
            <a:r>
              <a:t>Integrated agricultural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Pilot projects.</a:t>
            </a:r>
          </a:p>
          <a:p>
            <a:pPr>
              <a:defRPr sz="2200"/>
            </a:pPr>
            <a:r>
              <a:t>Agricultural partnerships.</a:t>
            </a:r>
          </a:p>
          <a:p>
            <a:pPr>
              <a:defRPr sz="2200"/>
            </a:pPr>
            <a:r>
              <a:t>Digital marketing and exhibitions.</a:t>
            </a:r>
          </a:p>
          <a:p>
            <a:pPr>
              <a:defRPr sz="2200"/>
            </a:pPr>
            <a:r>
              <a:t>Customer support and service plans.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Product development and testing.</a:t>
            </a:r>
          </a:p>
          <a:p>
            <a:pPr>
              <a:defRPr sz="2200"/>
            </a:pPr>
            <a:r>
              <a:t>Certification and manufacturing scale-up.</a:t>
            </a:r>
          </a:p>
          <a:p>
            <a:pPr>
              <a:defRPr sz="2200"/>
            </a:pPr>
            <a:r>
              <a:t>Field trials and customer acquisition.</a:t>
            </a:r>
          </a:p>
          <a:p>
            <a:pPr>
              <a:defRPr sz="2200"/>
            </a:pPr>
            <a:r>
              <a:t>Recurring software and service revenue.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Multispectral imaging.</a:t>
            </a:r>
          </a:p>
          <a:p>
            <a:pPr>
              <a:defRPr sz="2200"/>
            </a:pPr>
            <a:r>
              <a:t>Advanced AI disease models.</a:t>
            </a:r>
          </a:p>
          <a:p>
            <a:pPr>
              <a:defRPr sz="2200"/>
            </a:pPr>
            <a:r>
              <a:t>Obstacle avoidance and autonomy.</a:t>
            </a:r>
          </a:p>
          <a:p>
            <a:pPr>
              <a:defRPr sz="2200"/>
            </a:pPr>
            <a:r>
              <a:t>Expansion to more crops and regions.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SmartAgri AI Drone aims to make precision farming more intelligent, efficient, and sustainable.</a:t>
            </a:r>
          </a:p>
          <a:p>
            <a:pPr>
              <a:defRPr sz="2200"/>
            </a:pPr>
            <a:r>
              <a:t>Support can help move the concept from prototype to scalable agricultural 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</TotalTime>
  <Words>248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 Light</vt:lpstr>
      <vt:lpstr>Rockwell</vt:lpstr>
      <vt:lpstr>Wingdings</vt:lpstr>
      <vt:lpstr>Atlas</vt:lpstr>
      <vt:lpstr>Investor Presentation – SmartAgri AI Drone</vt:lpstr>
      <vt:lpstr>The Problem</vt:lpstr>
      <vt:lpstr>Our Solution</vt:lpstr>
      <vt:lpstr>Technology</vt:lpstr>
      <vt:lpstr>Market Opportunity</vt:lpstr>
      <vt:lpstr>Target Customers</vt:lpstr>
      <vt:lpstr>Business Model</vt:lpstr>
      <vt:lpstr>Competitive Advantage</vt:lpstr>
      <vt:lpstr>Go-to-Market</vt:lpstr>
      <vt:lpstr>Investment Opportunity</vt:lpstr>
      <vt:lpstr>Future Roadmap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Sri Priya K</dc:creator>
  <cp:keywords/>
  <dc:description>generated using python-pptx</dc:description>
  <cp:lastModifiedBy>Sai Sri Priya K</cp:lastModifiedBy>
  <cp:revision>2</cp:revision>
  <dcterms:created xsi:type="dcterms:W3CDTF">2013-01-27T09:14:16Z</dcterms:created>
  <dcterms:modified xsi:type="dcterms:W3CDTF">2026-07-22T13:38:06Z</dcterms:modified>
  <cp:category/>
</cp:coreProperties>
</file>